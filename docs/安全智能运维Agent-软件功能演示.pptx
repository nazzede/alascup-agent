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01.sv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slide-02.sv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03.sv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slide-04.sv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05.sv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slide-06.sv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07.sv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slide-08.sv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lide-09.sv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.sv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.sv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2.sv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3.sv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.sv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5.sv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slide-16.sv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7.sv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slide-18.sv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slide-19.sv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slide-20.sv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slide-21.sv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slide-22.sv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1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2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3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4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5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6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7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9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4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5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6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7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8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9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0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1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2.sv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ascup">
  <a:themeElements>
    <a:clrScheme name="Alascup">
      <a:dk1>
        <a:srgbClr val="162233"/>
      </a:dk1>
      <a:lt1>
        <a:srgbClr val="FFFFFF"/>
      </a:lt1>
      <a:dk2>
        <a:srgbClr val="0E1A2A"/>
      </a:dk2>
      <a:lt2>
        <a:srgbClr val="F7FAFC"/>
      </a:lt2>
      <a:accent1>
        <a:srgbClr val="1F8F7A"/>
      </a:accent1>
      <a:accent2>
        <a:srgbClr val="2B6CB0"/>
      </a:accent2>
      <a:accent3>
        <a:srgbClr val="D58B22"/>
      </a:accent3>
      <a:accent4>
        <a:srgbClr val="1F9D62"/>
      </a:accent4>
      <a:accent5>
        <a:srgbClr val="805AD5"/>
      </a:accent5>
      <a:accent6>
        <a:srgbClr val="DD6B20"/>
      </a:accent6>
      <a:hlink>
        <a:srgbClr val="2B6CB0"/>
      </a:hlink>
      <a:folHlink>
        <a:srgbClr val="805AD5"/>
      </a:folHlink>
    </a:clrScheme>
    <a:fontScheme name="Alasc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lascu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22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面向银河麒麟操作系统的安全智能运维 Agent 设计与实现</dc:title>
  <dc:subject>中国软件杯软件功能演示</dc:subject>
  <dc:creator>Alascup Agent</dc:creator>
  <cp:keywords>麒麟操作系统;智能运维;MCP;安全护栏;审计</cp:keywords>
  <dc:description>由 SVG 效果图嵌入生成的矢量版 PPT。</dc:description>
</cp:coreProperties>
</file>